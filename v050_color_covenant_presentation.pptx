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TOWER DEFENSE · PATCH v0.5.0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800" b="1">
                <a:solidFill>
                  <a:srgbClr val="F5F6FA"/>
                </a:solidFill>
              </a:defRPr>
            </a:pPr>
            <a:r>
              <a:t>Цветовой Завет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A0A6B4"/>
                </a:solidFill>
              </a:defRPr>
            </a:pPr>
            <a:r>
              <a:t>Три цвета. Двадцать семь гибридов. Один путь, который нужно защитить.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54680"/>
            <a:ext cx="2011680" cy="91440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FF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Красный</a:t>
            </a:r>
            <a:br/>
            <a:r>
              <a:t>радиус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3154680"/>
            <a:ext cx="2011680" cy="91440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31D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Зелёный</a:t>
            </a:r>
            <a:br/>
            <a:r>
              <a:t>темп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3154680"/>
            <a:ext cx="2011680" cy="91440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2B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Синий</a:t>
            </a:r>
            <a:br/>
            <a:r>
              <a:t>цепь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325880"/>
            <a:ext cx="42062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F5F6FA"/>
                </a:solidFill>
              </a:defRPr>
            </a:pPr>
            <a:r>
              <a:t>Обычная прокачка уступает место системе слияния: игрок охотится за редким составом, а не просто жмёт кнопку улучшения.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ОСНОВНОЕ ПРАВИЛО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5F6FA"/>
                </a:solidFill>
              </a:defRPr>
            </a:pPr>
            <a:r>
              <a:t>Сумма цветов всегда равна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3383280" cy="128016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5 / 5</a:t>
            </a:r>
            <a:br/>
            <a:r>
              <a:t>равновесие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377440"/>
            <a:ext cx="3383280" cy="128016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7 / 3</a:t>
            </a:r>
            <a:br/>
            <a:r>
              <a:t>редкость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377440"/>
            <a:ext cx="3383280" cy="128016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FF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9 / 1</a:t>
            </a:r>
            <a:br/>
            <a:r>
              <a:t>легенда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2618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0">
                <a:solidFill>
                  <a:srgbClr val="A0A6B4"/>
                </a:solidFill>
              </a:defRPr>
            </a:pPr>
            <a:r>
              <a:t>5/5 — частый и надёжный вариант с двумя способностями. 9/1 — редчайшая специализация с максимальной силой доминирующего цвета.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РОЛИ ЦВЕТОВ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6FA"/>
                </a:solidFill>
              </a:defRPr>
            </a:pPr>
            <a:r>
              <a:t>Каждый цвет отвечает за свою сторону башни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3657600" cy="137160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FF3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Красный</a:t>
            </a:r>
            <a:br/>
            <a:r>
              <a:t>радиус · фокус · добивание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194560"/>
            <a:ext cx="3657600" cy="137160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31DC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Зелёный</a:t>
            </a:r>
            <a:br/>
            <a:r>
              <a:t>перезарядка · темп · повторы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194560"/>
            <a:ext cx="3657600" cy="137160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2B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Синий</a:t>
            </a:r>
            <a:br/>
            <a:r>
              <a:t>распространение · рикошет · цепь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2618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0">
                <a:solidFill>
                  <a:srgbClr val="A0A6B4"/>
                </a:solidFill>
              </a:defRPr>
            </a:pPr>
            <a:r>
              <a:t>Меньший цвет не пропадает: он влияет на характеристики. Но активную способность после 6/4 даёт только доминирующий цвет.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РЕДКОСТЬ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5F6FA"/>
                </a:solidFill>
              </a:defRPr>
            </a:pPr>
            <a:r>
              <a:t>Вероятности открыты игроку заранее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6FA"/>
                </a:solidFill>
              </a:defRPr>
            </a:pPr>
            <a:r>
              <a:t>5/5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A0A6B4"/>
                </a:solidFill>
              </a:defRPr>
            </a:pPr>
            <a:r>
              <a:t>равновесная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6FA"/>
                </a:solidFill>
              </a:defRPr>
            </a:pPr>
            <a:r>
              <a:t>6/4 · 4/6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971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71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A0A6B4"/>
                </a:solidFill>
              </a:defRPr>
            </a:pPr>
            <a:r>
              <a:t>необычная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6FA"/>
                </a:solidFill>
              </a:defRPr>
            </a:pPr>
            <a:r>
              <a:t>7/3 · 3/7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8404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7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A0A6B4"/>
                </a:solidFill>
              </a:defRPr>
            </a:pPr>
            <a:r>
              <a:t>редкая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5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6FA"/>
                </a:solidFill>
              </a:defRPr>
            </a:pPr>
            <a:r>
              <a:t>8/2 · 2/8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7091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0915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A0A6B4"/>
                </a:solidFill>
              </a:defRPr>
            </a:pPr>
            <a:r>
              <a:t>эпическая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77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6FA"/>
                </a:solidFill>
              </a:defRPr>
            </a:pPr>
            <a:r>
              <a:t>9/1 · 1/9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5577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577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A0A6B4"/>
                </a:solidFill>
              </a:defRPr>
            </a:pPr>
            <a:r>
              <a:t>легендарная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675120"/>
            <a:ext cx="1188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300" b="1">
                <a:solidFill>
                  <a:srgbClr val="A78BFA"/>
                </a:solidFill>
              </a:defRPr>
            </a:pPr>
            <a:r>
              <a:t>Чем реже башня, тем дороже следующее слияние — редкость становится стратегическим решением.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АТЛАС СЛИЯНИЙ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5F6FA"/>
                </a:solidFill>
              </a:defRPr>
            </a:pPr>
            <a:r>
              <a:t>Игрок видит мечту заранее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234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0">
                <a:solidFill>
                  <a:srgbClr val="A0A6B4"/>
                </a:solidFill>
              </a:defRPr>
            </a:pPr>
            <a:r>
              <a:t>В интерфейсе появляется атлас: Красный+Зелёный, Красный+Синий, Зелёный+Синий. В каждой паре — 9 результатов, названия, редкость и способности.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3657600" cy="109728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Плавильная башня</a:t>
            </a:r>
            <a:br/>
            <a: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3657600"/>
            <a:ext cx="3657600" cy="109728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Плазменное копьё</a:t>
            </a:r>
            <a:br/>
            <a:r>
              <a:t>7/3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3657600"/>
            <a:ext cx="3657600" cy="1097280"/>
          </a:xfrm>
          <a:prstGeom prst="roundRect">
            <a:avLst/>
          </a:prstGeom>
          <a:solidFill>
            <a:srgbClr val="181C28"/>
          </a:solidFill>
          <a:ln w="25400">
            <a:solidFill>
              <a:srgbClr val="2B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6FA"/>
                </a:solidFill>
              </a:defRPr>
            </a:pPr>
            <a:r>
              <a:t>Синяя сеть</a:t>
            </a:r>
            <a:br/>
            <a:r>
              <a:t>1/9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ИГРОВОЙ ЦИКЛ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5F6FA"/>
                </a:solidFill>
              </a:defRPr>
            </a:pPr>
            <a:r>
              <a:t>Теперь развитие — это выбор и риск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5F6FA"/>
                </a:solidFill>
              </a:defRPr>
            </a:pPr>
            <a:r>
              <a:t>1. Поставить чистые башни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5F6FA"/>
                </a:solidFill>
              </a:defRPr>
            </a:pPr>
            <a:r>
              <a:t>2. Выбрать башню и начать слияние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5F6FA"/>
                </a:solidFill>
              </a:defRPr>
            </a:pPr>
            <a:r>
              <a:t>3. Нажать совместимую башню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5F6FA"/>
                </a:solidFill>
              </a:defRPr>
            </a:pPr>
            <a:r>
              <a:t>4. Получить новый состав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BBF24"/>
                </a:solidFill>
              </a:defRPr>
            </a:pPr>
            <a:r>
              <a:t>5. Проверить редкость в атласе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234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0">
                <a:solidFill>
                  <a:srgbClr val="A0A6B4"/>
                </a:solidFill>
              </a:defRPr>
            </a:pPr>
            <a:r>
              <a:t>Слияние не заменяет бой — оно делает подготовку к волне самостоятельной стратегией.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5F6FA"/>
                </a:solidFill>
              </a:defRPr>
            </a:pPr>
            <a:r>
              <a:t>После v0.5.0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0">
                <a:solidFill>
                  <a:srgbClr val="A0A6B4"/>
                </a:solidFill>
              </a:defRPr>
            </a:pPr>
            <a:r>
              <a:t>• баланс урона и стоимости слияний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0">
                <a:solidFill>
                  <a:srgbClr val="A0A6B4"/>
                </a:solidFill>
              </a:defRPr>
            </a:pPr>
            <a:r>
              <a:t>• визуальные эффекты способностей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0">
                <a:solidFill>
                  <a:srgbClr val="A0A6B4"/>
                </a:solidFill>
              </a:defRPr>
            </a:pPr>
            <a:r>
              <a:t>• анимации снаряда, лазера и ауры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0">
                <a:solidFill>
                  <a:srgbClr val="A0A6B4"/>
                </a:solidFill>
              </a:defRPr>
            </a:pPr>
            <a:r>
              <a:t>• три цвета в одной башне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0">
                <a:solidFill>
                  <a:srgbClr val="A0A6B4"/>
                </a:solidFill>
              </a:defRPr>
            </a:pPr>
            <a:r>
              <a:t>• сохранение найденных редких башен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94944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BBF24"/>
                </a:solidFill>
              </a:defRPr>
            </a:pPr>
            <a:r>
              <a:t>Цель: редкая башня должна быть не просто сильной, а желанной.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